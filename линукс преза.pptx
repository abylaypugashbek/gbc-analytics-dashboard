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77724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C2026"/>
                </a:solidFill>
                <a:latin typeface="Aptos"/>
              </a:defRPr>
            </a:pPr>
            <a:r>
              <a:t>ALPINE LINUX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847088"/>
            <a:ext cx="1005840" cy="50292"/>
          </a:xfrm>
          <a:prstGeom prst="rect">
            <a:avLst/>
          </a:prstGeom>
          <a:solidFill>
            <a:srgbClr val="00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148840"/>
            <a:ext cx="813816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5E6772"/>
                </a:solidFill>
                <a:latin typeface="Aptos"/>
              </a:defRPr>
            </a:pPr>
            <a:r>
              <a:t>История создания и развития</a:t>
            </a:r>
            <a:br/>
            <a:r>
              <a:t>Linux-дистрибутива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C2026"/>
                </a:solidFill>
                <a:latin typeface="Aptos"/>
              </a:defRPr>
            </a:pPr>
            <a:r>
              <a:t>Студент: Мансуров Айхан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10912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772"/>
                </a:solidFill>
                <a:latin typeface="Aptos"/>
              </a:defRPr>
            </a:pPr>
            <a:r>
              <a:t>Преподаватель: Пугашбек А. 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144768"/>
            <a:ext cx="685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772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C2026"/>
                </a:solidFill>
                <a:latin typeface="Aptos"/>
              </a:defRPr>
            </a:pPr>
            <a:r>
              <a:t>Что такое Alpine Linux?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685800" cy="32004"/>
          </a:xfrm>
          <a:prstGeom prst="rect">
            <a:avLst/>
          </a:prstGeom>
          <a:solidFill>
            <a:srgbClr val="00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99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E6772"/>
                </a:solidFill>
                <a:latin typeface="Aptos"/>
              </a:defRPr>
            </a:pPr>
            <a:r>
              <a:t>ALPINE LINUX  |  ИСТОРИЯ И ОСОБЕННОСТИ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1498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C2026"/>
                </a:solidFill>
                <a:latin typeface="Aptos"/>
              </a:defRPr>
            </a:pPr>
            <a:r>
              <a:t>Alpine Linux — независимый Linux-дистрибутив, созданный с упором на безопасность, простоту и экономию ресурсов.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880360"/>
            <a:ext cx="969264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E6772"/>
                </a:solidFill>
                <a:latin typeface="Aptos"/>
              </a:defRPr>
            </a:pPr>
            <a:r>
              <a:t>В отличие от крупных систем, Alpine по умолчанию содержит минимум компонентов. Нужные программы и службы пользователь добавляет сам.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4251960"/>
            <a:ext cx="914400" cy="41148"/>
          </a:xfrm>
          <a:prstGeom prst="rect">
            <a:avLst/>
          </a:prstGeom>
          <a:solidFill>
            <a:srgbClr val="E0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526280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985"/>
                </a:solidFill>
                <a:latin typeface="Aptos"/>
              </a:defRPr>
            </a:pPr>
            <a:r>
              <a:t>Главная идея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956048"/>
            <a:ext cx="9326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C2026"/>
                </a:solidFill>
                <a:latin typeface="Aptos"/>
              </a:defRPr>
            </a:pPr>
            <a:r>
              <a:t>Меньше лишнего — больше контроля над системой.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C2026"/>
                </a:solidFill>
                <a:latin typeface="Aptos"/>
              </a:defRPr>
            </a:pPr>
            <a:r>
              <a:t>Как появился проект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685800" cy="32004"/>
          </a:xfrm>
          <a:prstGeom prst="rect">
            <a:avLst/>
          </a:prstGeom>
          <a:solidFill>
            <a:srgbClr val="00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99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E6772"/>
                </a:solidFill>
                <a:latin typeface="Aptos"/>
              </a:defRPr>
            </a:pPr>
            <a:r>
              <a:t>ALPINE LINUX  |  ИСТОРИЯ И ОСОБЕННОСТИ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9985"/>
                </a:solidFill>
                <a:latin typeface="Aptos"/>
              </a:defRPr>
            </a:pPr>
            <a:r>
              <a:t>2005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82496"/>
            <a:ext cx="8046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C2026"/>
                </a:solidFill>
                <a:latin typeface="Aptos"/>
              </a:defRPr>
            </a:pPr>
            <a:r>
              <a:t>Первые публичные упоминания Alpine Linux.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10241280" cy="18288"/>
          </a:xfrm>
          <a:prstGeom prst="rect">
            <a:avLst/>
          </a:prstGeom>
          <a:solidFill>
            <a:srgbClr val="E1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1463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7036"/>
                </a:solidFill>
                <a:latin typeface="Aptos"/>
              </a:defRPr>
            </a:pPr>
            <a:r>
              <a:t>Идея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651760"/>
            <a:ext cx="80467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C2026"/>
                </a:solidFill>
                <a:latin typeface="Aptos"/>
              </a:defRPr>
            </a:pPr>
            <a:r>
              <a:t>Создать компактную Linux-систему, подходящую для сетевых задач и устройств с ограниченными ресурсами.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10241280" cy="18288"/>
          </a:xfrm>
          <a:prstGeom prst="rect">
            <a:avLst/>
          </a:prstGeom>
          <a:solidFill>
            <a:srgbClr val="E1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41648"/>
            <a:ext cx="1554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9985"/>
                </a:solidFill>
                <a:latin typeface="Aptos"/>
              </a:defRPr>
            </a:pPr>
            <a:r>
              <a:t>Сообщество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977639"/>
            <a:ext cx="80467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C2026"/>
                </a:solidFill>
                <a:latin typeface="Aptos"/>
              </a:defRPr>
            </a:pPr>
            <a:r>
              <a:t>Развитие проекта продолжилось благодаря разработчикам и пользователям, которые поддерживали пакеты, документацию и обновления.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0584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E6772"/>
                </a:solidFill>
                <a:latin typeface="Aptos"/>
              </a:defRPr>
            </a:pPr>
            <a:r>
              <a:t>Название Alpine связывают с выражением “A Linux Powered Integrated Network Engine”.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C2026"/>
                </a:solidFill>
                <a:latin typeface="Aptos"/>
              </a:defRPr>
            </a:pPr>
            <a:r>
              <a:t>Основные компоненты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685800" cy="32004"/>
          </a:xfrm>
          <a:prstGeom prst="rect">
            <a:avLst/>
          </a:prstGeom>
          <a:solidFill>
            <a:srgbClr val="00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99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E6772"/>
                </a:solidFill>
                <a:latin typeface="Aptos"/>
              </a:defRPr>
            </a:pPr>
            <a:r>
              <a:t>ALPINE LINUX  |  ИСТОРИЯ И ОСОБЕННОСТИ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609344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98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72768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026"/>
                </a:solidFill>
                <a:latin typeface="Aptos"/>
              </a:defRPr>
            </a:pPr>
            <a:r>
              <a:t>musl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91056"/>
            <a:ext cx="69494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E6772"/>
                </a:solidFill>
                <a:latin typeface="Aptos"/>
              </a:defRPr>
            </a:pPr>
            <a:r>
              <a:t>Компактная стандартная библиотека C.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2231136"/>
            <a:ext cx="9235440" cy="16459"/>
          </a:xfrm>
          <a:prstGeom prst="rect">
            <a:avLst/>
          </a:prstGeom>
          <a:solidFill>
            <a:srgbClr val="E1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660904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0703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24328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026"/>
                </a:solidFill>
                <a:latin typeface="Aptos"/>
              </a:defRPr>
            </a:pPr>
            <a:r>
              <a:t>BusyBox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42616"/>
            <a:ext cx="69494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E6772"/>
                </a:solidFill>
                <a:latin typeface="Aptos"/>
              </a:defRPr>
            </a:pPr>
            <a:r>
              <a:t>Набор базовых команд в одном пакете.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3282696"/>
            <a:ext cx="9235440" cy="16459"/>
          </a:xfrm>
          <a:prstGeom prst="rect">
            <a:avLst/>
          </a:prstGeom>
          <a:solidFill>
            <a:srgbClr val="E1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712463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9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675887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026"/>
                </a:solidFill>
                <a:latin typeface="Aptos"/>
              </a:defRPr>
            </a:pPr>
            <a:r>
              <a:t>APK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694175"/>
            <a:ext cx="69494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E6772"/>
                </a:solidFill>
                <a:latin typeface="Aptos"/>
              </a:defRPr>
            </a:pPr>
            <a:r>
              <a:t>Менеджер установки и обновления пакетов.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4334255"/>
            <a:ext cx="9235440" cy="16459"/>
          </a:xfrm>
          <a:prstGeom prst="rect">
            <a:avLst/>
          </a:prstGeom>
          <a:solidFill>
            <a:srgbClr val="E1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764024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0703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27448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C2026"/>
                </a:solidFill>
                <a:latin typeface="Aptos"/>
              </a:defRPr>
            </a:pPr>
            <a:r>
              <a:t>OpenRC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745736"/>
            <a:ext cx="69494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E6772"/>
                </a:solidFill>
                <a:latin typeface="Aptos"/>
              </a:defRPr>
            </a:pPr>
            <a:r>
              <a:t>Система запуска и управления службами.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97880"/>
            <a:ext cx="9235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985"/>
                </a:solidFill>
                <a:latin typeface="Aptos"/>
              </a:defRPr>
            </a:pPr>
            <a:r>
              <a:t>Эти инструменты помогают сохранять систему небольшой и настраиваемой.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C2026"/>
                </a:solidFill>
                <a:latin typeface="Aptos"/>
              </a:defRPr>
            </a:pPr>
            <a:r>
              <a:t>Важные этапы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685800" cy="32004"/>
          </a:xfrm>
          <a:prstGeom prst="rect">
            <a:avLst/>
          </a:prstGeom>
          <a:solidFill>
            <a:srgbClr val="00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998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E6772"/>
                </a:solidFill>
                <a:latin typeface="Aptos"/>
              </a:defRPr>
            </a:pPr>
            <a:r>
              <a:t>ALPINE LINUX  |  ИСТОРИЯ И ОСОБЕННОСТИ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9985"/>
                </a:solidFill>
                <a:latin typeface="Aptos"/>
              </a:defRPr>
            </a:pPr>
            <a:r>
              <a:t>2005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554480"/>
            <a:ext cx="71323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026"/>
                </a:solidFill>
                <a:latin typeface="Aptos"/>
              </a:defRPr>
            </a:pPr>
            <a:r>
              <a:t>Первые публичные упоминания проекта.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212848"/>
            <a:ext cx="10012680" cy="16459"/>
          </a:xfrm>
          <a:prstGeom prst="rect">
            <a:avLst/>
          </a:prstGeom>
          <a:solidFill>
            <a:srgbClr val="E1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587752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7036"/>
                </a:solidFill>
                <a:latin typeface="Aptos"/>
              </a:defRPr>
            </a:pPr>
            <a:r>
              <a:t>2014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587752"/>
            <a:ext cx="71323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026"/>
                </a:solidFill>
                <a:latin typeface="Aptos"/>
              </a:defRPr>
            </a:pPr>
            <a:r>
              <a:t>В Alpine 3.0 произошёл переход на musl libc вместо uClibc.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246120"/>
            <a:ext cx="10012680" cy="16459"/>
          </a:xfrm>
          <a:prstGeom prst="rect">
            <a:avLst/>
          </a:prstGeom>
          <a:solidFill>
            <a:srgbClr val="E1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621024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9985"/>
                </a:solidFill>
                <a:latin typeface="Aptos"/>
              </a:defRPr>
            </a:pPr>
            <a:r>
              <a:t>Распространение контейнеров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621024"/>
            <a:ext cx="71323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026"/>
                </a:solidFill>
                <a:latin typeface="Aptos"/>
              </a:defRPr>
            </a:pPr>
            <a:r>
              <a:t>Alpine стали часто использовать как основу небольших контейнерных образов.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279392"/>
            <a:ext cx="10012680" cy="16459"/>
          </a:xfrm>
          <a:prstGeom prst="rect">
            <a:avLst/>
          </a:prstGeom>
          <a:solidFill>
            <a:srgbClr val="E1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654296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7036"/>
                </a:solidFill>
                <a:latin typeface="Aptos"/>
              </a:defRPr>
            </a:pPr>
            <a:r>
              <a:t>Сегодня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654296"/>
            <a:ext cx="71323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026"/>
                </a:solidFill>
                <a:latin typeface="Aptos"/>
              </a:defRPr>
            </a:pPr>
            <a:r>
              <a:t>Проект продолжает выпускать стабильные версии и обновления безопасности.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C2026"/>
                </a:solidFill>
                <a:latin typeface="Aptos"/>
              </a:defRPr>
            </a:pPr>
            <a:r>
              <a:t>Где применяют Alpine Linux?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685800" cy="32004"/>
          </a:xfrm>
          <a:prstGeom prst="rect">
            <a:avLst/>
          </a:prstGeom>
          <a:solidFill>
            <a:srgbClr val="00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998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E6772"/>
                </a:solidFill>
                <a:latin typeface="Aptos"/>
              </a:defRPr>
            </a:pPr>
            <a:r>
              <a:t>ALPINE LINUX  |  ИСТОРИЯ И ОСОБЕННОСТИ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998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C2026"/>
                </a:solidFill>
                <a:latin typeface="Aptos"/>
              </a:defRPr>
            </a:pPr>
            <a:r>
              <a:t>Контейнеры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600200"/>
            <a:ext cx="6035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E6772"/>
                </a:solidFill>
                <a:latin typeface="Aptos"/>
              </a:defRPr>
            </a:pPr>
            <a:r>
              <a:t>Небольшие образы для приложений и микросервисов.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2295144"/>
            <a:ext cx="9052560" cy="16459"/>
          </a:xfrm>
          <a:prstGeom prst="rect">
            <a:avLst/>
          </a:prstGeom>
          <a:solidFill>
            <a:srgbClr val="E1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79191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703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79191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C2026"/>
                </a:solidFill>
                <a:latin typeface="Aptos"/>
              </a:defRPr>
            </a:pPr>
            <a:r>
              <a:t>Серверы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79191"/>
            <a:ext cx="6035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E6772"/>
                </a:solidFill>
                <a:latin typeface="Aptos"/>
              </a:defRPr>
            </a:pPr>
            <a:r>
              <a:t>Минимальная система для отдельных сетевых служб.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3374135"/>
            <a:ext cx="9052560" cy="16459"/>
          </a:xfrm>
          <a:prstGeom prst="rect">
            <a:avLst/>
          </a:prstGeom>
          <a:solidFill>
            <a:srgbClr val="E1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58183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99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58183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C2026"/>
                </a:solidFill>
                <a:latin typeface="Aptos"/>
              </a:defRPr>
            </a:pPr>
            <a:r>
              <a:t>Встроенные устройства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758183"/>
            <a:ext cx="6035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E6772"/>
                </a:solidFill>
                <a:latin typeface="Aptos"/>
              </a:defRPr>
            </a:pPr>
            <a:r>
              <a:t>Оборудование с ограниченными ресурсами.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4453127"/>
            <a:ext cx="9052560" cy="16459"/>
          </a:xfrm>
          <a:prstGeom prst="rect">
            <a:avLst/>
          </a:prstGeom>
          <a:solidFill>
            <a:srgbClr val="E1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37176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703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37176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C2026"/>
                </a:solidFill>
                <a:latin typeface="Aptos"/>
              </a:defRPr>
            </a:pPr>
            <a:r>
              <a:t>Обучение Linux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837176"/>
            <a:ext cx="6035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E6772"/>
                </a:solidFill>
                <a:latin typeface="Aptos"/>
              </a:defRPr>
            </a:pPr>
            <a:r>
              <a:t>Практика командной строки, пакетов и служб.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C2026"/>
                </a:solidFill>
                <a:latin typeface="Aptos"/>
              </a:defRPr>
            </a:pPr>
            <a:r>
              <a:t>Преимущества и ограничения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685800" cy="32004"/>
          </a:xfrm>
          <a:prstGeom prst="rect">
            <a:avLst/>
          </a:prstGeom>
          <a:solidFill>
            <a:srgbClr val="00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998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E6772"/>
                </a:solidFill>
                <a:latin typeface="Aptos"/>
              </a:defRPr>
            </a:pPr>
            <a:r>
              <a:t>ALPINE LINUX  |  ИСТОРИЯ И ОСОБЕННОСТИ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9985"/>
                </a:solidFill>
                <a:latin typeface="Aptos"/>
              </a:defRPr>
            </a:pPr>
            <a:r>
              <a:t>ПРЕИМУЩЕСТВА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256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9985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194560"/>
            <a:ext cx="44988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026"/>
                </a:solidFill>
                <a:latin typeface="Aptos"/>
              </a:defRPr>
            </a:pPr>
            <a:r>
              <a:t>Небольшой размер системы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07791"/>
            <a:ext cx="256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9985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907791"/>
            <a:ext cx="44988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026"/>
                </a:solidFill>
                <a:latin typeface="Aptos"/>
              </a:defRPr>
            </a:pPr>
            <a:r>
              <a:t>Экономное использование ресурсов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21024"/>
            <a:ext cx="256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9985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3621024"/>
            <a:ext cx="44988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026"/>
                </a:solidFill>
                <a:latin typeface="Aptos"/>
              </a:defRPr>
            </a:pPr>
            <a:r>
              <a:t>Акцент на безопасность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34256"/>
            <a:ext cx="256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9985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4334256"/>
            <a:ext cx="44988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C2026"/>
                </a:solidFill>
                <a:latin typeface="Aptos"/>
              </a:defRPr>
            </a:pPr>
            <a:r>
              <a:t>Можно устанавливать только нужные пакеты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00200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7036"/>
                </a:solidFill>
                <a:latin typeface="Aptos"/>
              </a:defRPr>
            </a:pPr>
            <a:r>
              <a:t>ОГРАНИЧЕНИЯ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94560"/>
            <a:ext cx="256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985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2194560"/>
            <a:ext cx="454456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C2026"/>
                </a:solidFill>
                <a:latin typeface="Aptos"/>
              </a:defRPr>
            </a:pPr>
            <a:r>
              <a:t>Некоторые программы рассчитаны на glibc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907791"/>
            <a:ext cx="256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985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2907791"/>
            <a:ext cx="454456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C2026"/>
                </a:solidFill>
                <a:latin typeface="Aptos"/>
              </a:defRPr>
            </a:pPr>
            <a:r>
              <a:t>Новичкам может потребоваться время на освоение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621024"/>
            <a:ext cx="256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985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3621024"/>
            <a:ext cx="454456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C2026"/>
                </a:solidFill>
                <a:latin typeface="Aptos"/>
              </a:defRPr>
            </a:pPr>
            <a:r>
              <a:t>Часть привычных утилит ставится отдельно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334256"/>
            <a:ext cx="2560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985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4334256"/>
            <a:ext cx="454456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C2026"/>
                </a:solidFill>
                <a:latin typeface="Aptos"/>
              </a:defRPr>
            </a:pPr>
            <a:r>
              <a:t>Меньше компонентов «из коробки»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82296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9985"/>
                </a:solidFill>
                <a:latin typeface="Aptos"/>
              </a:defRPr>
            </a:pPr>
            <a: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17320"/>
            <a:ext cx="96926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C2026"/>
                </a:solidFill>
                <a:latin typeface="Aptos"/>
              </a:defRPr>
            </a:pPr>
            <a:r>
              <a:t>Alpine Linux — маленькая система с большой задачей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E6772"/>
                </a:solidFill>
                <a:latin typeface="Aptos"/>
              </a:defRPr>
            </a:pPr>
            <a:r>
              <a:t>Проект вырос из идеи компактной системы для сетевых задач в универсальный дистрибутив. Сегодня он особенно полезен там, где важны размер, безопасность и контроль над составом системы.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343400"/>
            <a:ext cx="914400" cy="41148"/>
          </a:xfrm>
          <a:prstGeom prst="rect">
            <a:avLst/>
          </a:prstGeom>
          <a:solidFill>
            <a:srgbClr val="E07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5303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C2026"/>
                </a:solidFill>
                <a:latin typeface="Aptos"/>
              </a:defRPr>
            </a:pPr>
            <a:r>
              <a:t>Спасибо за внимание!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772"/>
                </a:solidFill>
                <a:latin typeface="Aptos"/>
              </a:defRPr>
            </a:pPr>
            <a:r>
              <a:t>Источники: alpinelinux.org/about  |  wiki.alpinelinux.org/wiki/Alpine_Linux:Trivia  |  alpinelinux.org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